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10/11/2025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10/11/2025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10/11/2025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normAutofit fontScale="62500" lnSpcReduction="20000"/>
          </a:bodyPr>
          <a:lstStyle/>
          <a:p>
            <a:pPr algn="r"/>
            <a:r>
              <a:rPr lang="en-US" b="0" dirty="0">
                <a:solidFill>
                  <a:schemeClr val="tx1"/>
                </a:solidFill>
              </a:rPr>
              <a:t>KHUSHI BHARDWAJ</a:t>
            </a:r>
          </a:p>
          <a:p>
            <a:pPr algn="r"/>
            <a:r>
              <a:rPr lang="en-US" b="0" dirty="0">
                <a:solidFill>
                  <a:schemeClr val="tx1"/>
                </a:solidFill>
              </a:rPr>
              <a:t> </a:t>
            </a:r>
            <a:r>
              <a:rPr lang="en-GB" dirty="0"/>
              <a:t>INTERNSHIP_17546440516895be537820f</a:t>
            </a:r>
            <a:endParaRPr lang="en-IN"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992880" y="546873"/>
            <a:ext cx="7064711" cy="743448"/>
          </a:xfrm>
        </p:spPr>
        <p:txBody>
          <a:bodyPr>
            <a:normAutofit/>
          </a:bodyPr>
          <a:lstStyle/>
          <a:p>
            <a:r>
              <a:rPr lang="en-GB" sz="3200" dirty="0"/>
              <a:t>Project Title – NETFLIX DATA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85000" lnSpcReduction="10000"/>
          </a:bodyPr>
          <a:lstStyle/>
          <a:p>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endParaRPr lang="en-GB" dirty="0"/>
          </a:p>
          <a:p>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a:t>
            </a:r>
            <a:endParaRPr lang="en-GB" dirty="0"/>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301891" cy="4569427"/>
          </a:xfrm>
        </p:spPr>
        <p:txBody>
          <a:bodyPr>
            <a:noAutofit/>
          </a:bodyPr>
          <a:lstStyle/>
          <a:p>
            <a:r>
              <a:rPr lang="en-GB" sz="3200" dirty="0"/>
              <a:t>Project Description</a:t>
            </a:r>
            <a:br>
              <a:rPr lang="en-GB" sz="2000" dirty="0"/>
            </a:br>
            <a:br>
              <a:rPr lang="en-GB" sz="2000" dirty="0"/>
            </a:br>
            <a:r>
              <a:rPr lang="en-GB" sz="2000" b="0" dirty="0"/>
              <a:t>This project </a:t>
            </a:r>
            <a:r>
              <a:rPr lang="en-GB" sz="2000" b="0" dirty="0" err="1"/>
              <a:t>analyzes</a:t>
            </a:r>
            <a:r>
              <a:rPr lang="en-GB" sz="2000" b="0" dirty="0"/>
              <a:t> the differences in content duration between Movies and TV Shows on Netflix. By extracting and comparing the runtime of Movies (in minutes) and TV Shows (by number of seasons), the project highlights distribution patterns and trends. The goal is to understand how content length varies across formats and to provide insights into Netflix’s content structure using data visualization.</a:t>
            </a:r>
            <a:br>
              <a:rPr lang="en-GB" sz="200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1">
              <a:lnSpc>
                <a:spcPct val="150000"/>
              </a:lnSpc>
            </a:pPr>
            <a:r>
              <a:rPr lang="en-GB" dirty="0"/>
              <a:t>Netflix Content Strategy Team</a:t>
            </a:r>
          </a:p>
          <a:p>
            <a:pPr lvl="1">
              <a:lnSpc>
                <a:spcPct val="150000"/>
              </a:lnSpc>
            </a:pPr>
            <a:r>
              <a:rPr lang="en-GB" dirty="0"/>
              <a:t>Data analysts and data scientists</a:t>
            </a:r>
          </a:p>
          <a:p>
            <a:pPr lvl="1">
              <a:lnSpc>
                <a:spcPct val="150000"/>
              </a:lnSpc>
            </a:pPr>
            <a:r>
              <a:rPr lang="en-GB" dirty="0"/>
              <a:t>Marketing and UX teams</a:t>
            </a:r>
          </a:p>
          <a:p>
            <a:pPr lvl="1">
              <a:lnSpc>
                <a:spcPct val="150000"/>
              </a:lnSpc>
            </a:pPr>
            <a:r>
              <a:rPr lang="en-GB" dirty="0"/>
              <a:t>Production and acquisition team</a:t>
            </a:r>
          </a:p>
          <a:p>
            <a:pPr lvl="1">
              <a:lnSpc>
                <a:spcPct val="150000"/>
              </a:lnSpc>
            </a:pPr>
            <a:r>
              <a:rPr lang="en-GB" dirty="0"/>
              <a:t>Researchers and academics</a:t>
            </a:r>
            <a:endParaRPr lang="en-IN" dirty="0"/>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 :core programming language</a:t>
            </a:r>
          </a:p>
          <a:p>
            <a:pPr lvl="1">
              <a:lnSpc>
                <a:spcPct val="150000"/>
              </a:lnSpc>
            </a:pPr>
            <a:r>
              <a:rPr lang="en-IN" dirty="0"/>
              <a:t>Pandas and NumPy : data cleaning and preprocessing</a:t>
            </a:r>
          </a:p>
          <a:p>
            <a:pPr lvl="1">
              <a:lnSpc>
                <a:spcPct val="150000"/>
              </a:lnSpc>
            </a:pPr>
            <a:r>
              <a:rPr lang="en-IN" dirty="0"/>
              <a:t>Scikit-learn :machine learning (model model)</a:t>
            </a:r>
          </a:p>
          <a:p>
            <a:pPr lvl="1">
              <a:lnSpc>
                <a:spcPct val="150000"/>
              </a:lnSpc>
            </a:pPr>
            <a:r>
              <a:rPr lang="en-IN" dirty="0"/>
              <a:t>Matplotlib/seaborn : data visualization </a:t>
            </a:r>
            <a:r>
              <a:rPr lang="en-IN" dirty="0" err="1"/>
              <a:t>nnd</a:t>
            </a:r>
            <a:r>
              <a:rPr lang="en-IN" dirty="0"/>
              <a:t> feature importance</a:t>
            </a:r>
          </a:p>
          <a:p>
            <a:pPr lvl="1">
              <a:lnSpc>
                <a:spcPct val="150000"/>
              </a:lnSpc>
            </a:pPr>
            <a:r>
              <a:rPr lang="en-IN" dirty="0"/>
              <a:t>Google </a:t>
            </a:r>
            <a:r>
              <a:rPr lang="en-IN" dirty="0" err="1"/>
              <a:t>colab</a:t>
            </a:r>
            <a:r>
              <a:rPr lang="en-IN" dirty="0"/>
              <a:t> : cloud based environment for running the project</a:t>
            </a:r>
          </a:p>
          <a:p>
            <a:pPr lvl="1">
              <a:lnSpc>
                <a:spcPct val="150000"/>
              </a:lnSpc>
            </a:pPr>
            <a:r>
              <a:rPr lang="en-IN" dirty="0"/>
              <a:t>File handling libraries ; </a:t>
            </a:r>
            <a:r>
              <a:rPr lang="en-IN" dirty="0" err="1"/>
              <a:t>openpyxl</a:t>
            </a:r>
            <a:r>
              <a:rPr lang="en-IN" dirty="0"/>
              <a:t>(for excel) and built-in csv handling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pic>
        <p:nvPicPr>
          <p:cNvPr id="3" name="Picture 2">
            <a:extLst>
              <a:ext uri="{FF2B5EF4-FFF2-40B4-BE49-F238E27FC236}">
                <a16:creationId xmlns:a16="http://schemas.microsoft.com/office/drawing/2014/main" id="{C33A90A8-54F0-2A20-2ACB-E314B363E3F7}"/>
              </a:ext>
            </a:extLst>
          </p:cNvPr>
          <p:cNvPicPr>
            <a:picLocks noChangeAspect="1"/>
          </p:cNvPicPr>
          <p:nvPr/>
        </p:nvPicPr>
        <p:blipFill>
          <a:blip r:embed="rId3"/>
          <a:stretch>
            <a:fillRect/>
          </a:stretch>
        </p:blipFill>
        <p:spPr>
          <a:xfrm>
            <a:off x="548640" y="1257466"/>
            <a:ext cx="8786021" cy="493214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1963C39-9433-02BA-5A2B-62380BFD21C5}"/>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pic>
        <p:nvPicPr>
          <p:cNvPr id="3" name="Picture 2">
            <a:extLst>
              <a:ext uri="{FF2B5EF4-FFF2-40B4-BE49-F238E27FC236}">
                <a16:creationId xmlns:a16="http://schemas.microsoft.com/office/drawing/2014/main" id="{373C6FAE-B5C1-6A0D-B759-6BE5274188B9}"/>
              </a:ext>
            </a:extLst>
          </p:cNvPr>
          <p:cNvPicPr>
            <a:picLocks noChangeAspect="1"/>
          </p:cNvPicPr>
          <p:nvPr/>
        </p:nvPicPr>
        <p:blipFill>
          <a:blip r:embed="rId3"/>
          <a:stretch>
            <a:fillRect/>
          </a:stretch>
        </p:blipFill>
        <p:spPr>
          <a:xfrm>
            <a:off x="348676" y="1275370"/>
            <a:ext cx="9730044" cy="4830789"/>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pic>
        <p:nvPicPr>
          <p:cNvPr id="3" name="Picture 2">
            <a:extLst>
              <a:ext uri="{FF2B5EF4-FFF2-40B4-BE49-F238E27FC236}">
                <a16:creationId xmlns:a16="http://schemas.microsoft.com/office/drawing/2014/main" id="{A46A8BF0-8775-8D1F-9C1E-F7A96781B4E2}"/>
              </a:ext>
            </a:extLst>
          </p:cNvPr>
          <p:cNvPicPr>
            <a:picLocks noChangeAspect="1"/>
          </p:cNvPicPr>
          <p:nvPr/>
        </p:nvPicPr>
        <p:blipFill rotWithShape="1">
          <a:blip r:embed="rId3"/>
          <a:srcRect/>
          <a:stretch/>
        </p:blipFill>
        <p:spPr>
          <a:xfrm>
            <a:off x="320982" y="1201585"/>
            <a:ext cx="10640295" cy="5285825"/>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502364" y="2916906"/>
            <a:ext cx="10724436" cy="2579557"/>
          </a:xfrm>
        </p:spPr>
        <p:txBody>
          <a:bodyPr vert="horz" lIns="91440" tIns="45720" rIns="91440" bIns="45720" rtlCol="0" anchor="t">
            <a:normAutofit/>
          </a:bodyPr>
          <a:lstStyle/>
          <a:p>
            <a:pPr marL="0" indent="0">
              <a:buNone/>
            </a:pPr>
            <a:r>
              <a:rPr lang="en-US" dirty="0"/>
              <a:t>https://github.com/KhushiB03/VOIS_AICTE_Oct2025_MajorProject_KhushiBhardwaj</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833043" y="1183154"/>
            <a:ext cx="4275138" cy="477520"/>
          </a:xfrm>
        </p:spPr>
        <p:txBody>
          <a:bodyPr/>
          <a:lstStyle/>
          <a:p>
            <a:pPr marL="0" indent="0">
              <a:buNone/>
            </a:pPr>
            <a:r>
              <a:rPr lang="en-IN" dirty="0"/>
              <a:t>.</a:t>
            </a:r>
          </a:p>
        </p:txBody>
      </p:sp>
      <p:pic>
        <p:nvPicPr>
          <p:cNvPr id="2" name="Picture 1">
            <a:extLst>
              <a:ext uri="{FF2B5EF4-FFF2-40B4-BE49-F238E27FC236}">
                <a16:creationId xmlns:a16="http://schemas.microsoft.com/office/drawing/2014/main" id="{850EE7AA-1212-AB17-39B9-FE5B53D2EE9C}"/>
              </a:ext>
            </a:extLst>
          </p:cNvPr>
          <p:cNvPicPr>
            <a:picLocks noChangeAspect="1"/>
          </p:cNvPicPr>
          <p:nvPr/>
        </p:nvPicPr>
        <p:blipFill>
          <a:blip r:embed="rId3"/>
          <a:stretch>
            <a:fillRect/>
          </a:stretch>
        </p:blipFill>
        <p:spPr>
          <a:xfrm>
            <a:off x="320982" y="1051543"/>
            <a:ext cx="10133658" cy="5516897"/>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r>
              <a:rPr lang="en-IN" dirty="0"/>
              <a:t>.</a:t>
            </a:r>
          </a:p>
        </p:txBody>
      </p:sp>
      <p:pic>
        <p:nvPicPr>
          <p:cNvPr id="2" name="Picture 1">
            <a:extLst>
              <a:ext uri="{FF2B5EF4-FFF2-40B4-BE49-F238E27FC236}">
                <a16:creationId xmlns:a16="http://schemas.microsoft.com/office/drawing/2014/main" id="{26138F50-7C26-ECF9-99B3-B1EEA910AD9B}"/>
              </a:ext>
            </a:extLst>
          </p:cNvPr>
          <p:cNvPicPr>
            <a:picLocks noChangeAspect="1"/>
          </p:cNvPicPr>
          <p:nvPr/>
        </p:nvPicPr>
        <p:blipFill>
          <a:blip r:embed="rId3"/>
          <a:stretch>
            <a:fillRect/>
          </a:stretch>
        </p:blipFill>
        <p:spPr>
          <a:xfrm>
            <a:off x="1074172" y="1608409"/>
            <a:ext cx="8405107" cy="4582735"/>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593</TotalTime>
  <Words>332</Words>
  <Application>Microsoft Office PowerPoint</Application>
  <PresentationFormat>Widescreen</PresentationFormat>
  <Paragraphs>33</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Project Title – NETFLIX DATA ANALYSIS</vt:lpstr>
      <vt:lpstr>PROBLEM  STATEMENT</vt:lpstr>
      <vt:lpstr>Project Description  This project analyzes the differences in content duration between Movies and TV Shows on Netflix. By extracting and comparing the runtime of Movies (in minutes) and TV Shows (by number of seasons), the project highlights distribution patterns and trends. The goal is to understand how content length varies across formats and to provide insights into Netflix’s content structure using data visualization.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KHUSHI BHARDWAJ</cp:lastModifiedBy>
  <cp:revision>108</cp:revision>
  <dcterms:created xsi:type="dcterms:W3CDTF">2021-07-11T13:13:15Z</dcterms:created>
  <dcterms:modified xsi:type="dcterms:W3CDTF">2025-10-11T13:44:08Z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